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Érettségi Tétel Kezelő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3774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WPF asztali alkalmazás – C# / .NET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31089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Technológiák: WPF · XAML · C# · JSON fájl-tárolás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alkalmazás célja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Tantárgyak nyilvántartása (neve, írásbeli pontszám)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Tételek kezelése tantárgyanként – sorszám, cím, leírás, nehézség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Haladás követése: megtanult / nem megtanult jelölés, dátummal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Statisztika: összes / megtanult / hátralévő tételek megjelenítése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Pont-kalkulátor: megmutatja mennyi szóbeli pont kell az egyes jegyekhez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/ Export: adatok mentése és betöltése JSON fájlból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Projektstruktúra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Fájlok: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474720" cy="256032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463040"/>
            <a:ext cx="3200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WpfApp1/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App.xaml / App.xaml.cs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MainWindow.xaml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MainWindow.xaml.cs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Models.cs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Database.cs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WpfApp1.csproj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tetelek.json   ← adatfájl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0" y="10058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Rétegek: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0" y="1371600"/>
            <a:ext cx="4114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View: MainWindow.xaml (XAML)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Code-behind: MainWindow.xaml.cs (C#)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Adatréteg: Database.cs + Models.cs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Tárolás: tetelek.json (lemezen)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Adatmodellek – Models.cs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Subject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840480" cy="256032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463040"/>
            <a:ext cx="35661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        Id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     Name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int?        WrittenScore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List&lt;Item&gt;  Items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663440" y="10058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Item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663440" y="1371600"/>
            <a:ext cx="4023360" cy="3200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1463040"/>
            <a:ext cx="37490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      Id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      SubjectId   // melyik tantárgy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      Number      // sorszám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   Title       // cím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   Description // leírás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      Learned     // megtanult?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DateTime? LearnedDate // mikor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      Difficulty  // nehézség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74904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Subject és Item között 1→N kapcsolat van (egy tantárgyhoz több tétel tartozik).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Adatréteg – Database.cs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adatok egy JSON fájlban tárolódnak (tetelek.json) – nincs szükség külön adatbázis-szerverre.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Initialize() – létrehozza a JSON fájlt induláskor, ha még nem létezik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LoadAll() / SaveAll() – teljes adatstruktúra be-/kiírása; szálbiztos lock()-kal védve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AddSubject(name, score) – új tantárgy; ha már létezik, frissíti az írásbeli pontot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GetSubjects() – összes tantárgy visszaadása (másolatként)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AddItem(item) – tétel hozzáadása tantárgyhoz; ID-t automatikusan generálja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GetItems(subjectId) – egy tantárgy tételeinek lekérése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UpdateItemLearned(id, bool) – megtanult állapot + dátum frissítése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ExportJson() / ImportJson() – adat-export és -import, duplikátum-védelemmel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tárolás – hogyan működik?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Mentési folyamat: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lock(_lock) – kizárólagos hozzáférés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JsonSerializer.Serialize() – objektum → JSON szöveg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File.WriteAllText() – kiírás fájlba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struktúra (minta):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0" y="10058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Fájl elérési útja: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0" y="1371600"/>
            <a:ext cx="4114800" cy="54864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14630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AppDomain.CurrentDomain.BaseDirectory + "tetelek.json"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0" y="2011680"/>
            <a:ext cx="4114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Beolvasáskor hibatűrő: ha a fájl sérült, próbál más formátumot is értelmezni.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200400"/>
            <a:ext cx="3840480" cy="155448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3291840"/>
            <a:ext cx="3566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"Subjects": [{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"Id": 1, "Name": "Matematika",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"WrittenScore": 78,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"Items": [{ "Id": 1,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"Title": "Függvények",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"Learned": true, "Difficulty": 3 }]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}]}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Felhasználói felület – XAML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ablak 3 részre osztott (DockPanel + Grid):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3840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 oldal (StackPanel): tantárgyak listája, új tantárgy felvitele, írásbeli pont, import/export gombok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Középső rész (ListView + GridView): tételek táblázata – sorszám, cím, nehézség, megtanult checkbox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Jobb oldal (StackPanel): statisztika szöveg + pont-kalkulátor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0" y="14173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Fontos XAML elemek: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0" y="1783080"/>
            <a:ext cx="4114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CheckBox – TwoWay Binding a Learned mezőre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ListBox – DisplayMemberPath="Name" (tantárgyak)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ListView + GridView – tételek megjelenítése oszlopokban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SelectionChanged esemény – tantárgy váltásakor tételek újratöltése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Statisztika &amp; Pont-kalkulátor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Statisztika (UpdateStats):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114800" cy="164592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463040"/>
            <a:ext cx="3840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items   = Database.GetItems(subjectId);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total   = items.Count;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learned = items.Count(i =&gt; i.Learned);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Megjelenítés: összes / megtanult / hátralévő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663440" y="10058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Pont-kalkulátor (CalculateNeeded):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663440" y="1371600"/>
            <a:ext cx="4023360" cy="164592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146304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thresholds = new[] { 90, 75, 60, 40 };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 (var t in thresholds)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var need = t - written;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need &lt;= 0 → már elérhető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need &gt; 0  → ennyi szóbeli kell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1546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Megjegyzés: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45920" y="3154680"/>
            <a:ext cx="7040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SaveWrittenScore gomb SQLite-ot is használ (Microsoft.Data.Sqlite) – ez egy régebbi kódrész, a többi adat JSON-ban tárolódik.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Összefoglalás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WPF + XAML – deklaratív UI, kétirányú adatkötés (TwoWay Binding)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Adatmodellek – Subject / Item osztályok, 1→N kapcsolat, nullable típusok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Adatréteg – statikus Database osztály, JSON fájl-tárolás, szálbiztos lock()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System.Text.Json – szerializáció és deszerializáció, hibatűrő beolvasás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LINQ – tételek szűrése, statisztika számítása (Count, FirstOrDefault stb.)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/ Export – JSON fájlból betöltés duplikátum-védelemmel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2026-05-21T19:53:46Z</dcterms:created>
  <dcterms:modified xsi:type="dcterms:W3CDTF">2026-05-21T19:53:46Z</dcterms:modified>
</cp:coreProperties>
</file>